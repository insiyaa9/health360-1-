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Health360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827E"/>
                </a:solidFill>
              </a:defRPr>
            </a:pPr>
            <a:r>
              <a:t>Explore the data. Understand the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Smart Healthcare Analytics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Interactive dashboard built from the supplied healthcare dataset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Project presentation — edit team and institution details before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Healthcare datasets can be difficult to interpret in raw tabular form.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A focused dashboard makes selected measures and recorded outcomes easier to explore.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The project emphasises descriptive analysis, transparency, and interactive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Summarise key population and health indicators.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Visualise recorded heart disease, diabetes, and stroke outcomes.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Explore age, gender, health measurements, and lifestyle indicators.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Filter records by gender, age range, and exercise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Dataset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Rows: 5,000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Fields: 16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Source file: smart_healthcare_dataset.csv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See the included data dictionary for data types and missing-value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HTML — dashboard structure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CSS — responsive interface and styling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JavaScript — filtering and metric calculations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Chart.js — interactive charts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CSV — source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Dashboard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Overview KPIs and health outcomes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Age distribution and gender breakdown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Average BMI, blood pressure, cholesterol, and glucose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Lifestyle indicators and risk-score distribution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Filtered dataset preview and quick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Interaction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Use gender, age range, and exercise filters to narrow records.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Reset filters to restore the full dataset.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Test empty results and compare displayed summaries with the CSV.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A checklist is included in the project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Dashboard results are descriptive and depend on the provided data.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Risk scores are not medical diagnoses.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Future work: add documented data validation, report export, and additional analysis after confirming field definitions.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72B4D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0E827E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Health360 turns the supplied dataset into a clear, interactive analytics experience.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The website, report, presentation, data dictionary, and templates are included in this project pack.</a:t>
            </a:r>
          </a:p>
          <a:p>
            <a:pPr>
              <a:spcAft>
                <a:spcPts val="1600"/>
              </a:spcAft>
              <a:defRPr sz="2000">
                <a:solidFill>
                  <a:srgbClr val="3A4C63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HEALTH360  |  SMART HEALTHCARE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